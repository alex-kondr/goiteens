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Алгоритм Дейкстри у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Що таке граф та зважені ребра?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📌 Вершини (Nodes): Перехрестя, будинки, локації у грі.</a:t>
            </a:r>
          </a:p>
          <a:p>
            <a:pPr>
              <a:defRPr sz="1800"/>
            </a:pPr>
            <a:r>
              <a:t>🛣️ Ребра (Edges): Дороги або переходи між ними.</a:t>
            </a:r>
          </a:p>
          <a:p>
            <a:pPr>
              <a:defRPr sz="1800"/>
            </a:pPr>
            <a:r>
              <a:t>⏱️ Вага ребра (Weight): Час у дорозі, відстань або витрата мани.</a:t>
            </a:r>
          </a:p>
          <a:p>
            <a:pPr>
              <a:defRPr sz="1800"/>
            </a:pPr>
            <a:r>
              <a:t>💡 Аналогія: Як Google Maps обирає найшвидший маршрут із урахуванням заторів.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Як працює Алгоритм Дейкстри?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1️⃣ Старт: Відстань до початкової точки = 0, до решти = ∞ (нескінченність).</a:t>
            </a:r>
          </a:p>
          <a:p>
            <a:pPr>
              <a:defRPr sz="1800"/>
            </a:pPr>
            <a:r>
              <a:t>2️⃣ Вибір: Беремо невідвідану вершину з найменшою відомою відстанню.</a:t>
            </a:r>
          </a:p>
          <a:p>
            <a:pPr>
              <a:defRPr sz="1800"/>
            </a:pPr>
            <a:r>
              <a:t>3️⃣ Релаксація: Оновлюємо відстані до сусідів, якщо знайшли коротший шлях.</a:t>
            </a:r>
          </a:p>
          <a:p>
            <a:pPr>
              <a:defRPr sz="1800"/>
            </a:pPr>
            <a:r>
              <a:t>4️⃣ Повтор: Повторюємо, поки всі вершини не будуть оброблені.</a:t>
            </a:r>
          </a:p>
          <a:p>
            <a:pPr>
              <a:defRPr sz="1800"/>
            </a:pPr>
            <a:r>
              <a:t>⚠️ Важливо: Усі ваги ребер мають бути невід'ємними (≥ 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Навчальне відео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🎬 Для кращої візуалізації перегляньте коротке відео:</a:t>
            </a:r>
          </a:p>
          <a:p>
            <a:pPr>
              <a:defRPr sz="1800"/>
            </a:pPr>
            <a:r>
              <a:t>Посилання: https://www.youtube.com/watch?v=3TEybSp0H6k</a:t>
            </a:r>
          </a:p>
          <a:p>
            <a:pPr>
              <a:defRPr sz="1800"/>
            </a:pPr>
            <a:r>
              <a:t>Тема: Пошук найкоротшого шляху. Алгоритм Дейкстри (Українською).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Реалізація на Python (Модуль heapq)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import heapq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def dijkstra(graph, start):</a:t>
            </a:r>
          </a:p>
          <a:p>
            <a:pPr>
              <a:defRPr sz="1800"/>
            </a:pPr>
            <a:r>
              <a:t>    distances = {node: float('inf') for node in graph}</a:t>
            </a:r>
          </a:p>
          <a:p>
            <a:pPr>
              <a:defRPr sz="1800"/>
            </a:pPr>
            <a:r>
              <a:t>    distances[start] = 0</a:t>
            </a:r>
          </a:p>
          <a:p>
            <a:pPr>
              <a:defRPr sz="1800"/>
            </a:pPr>
            <a:r>
              <a:t>    pq = [(0, start)]</a:t>
            </a:r>
          </a:p>
          <a:p>
            <a:pPr>
              <a:defRPr sz="1800"/>
            </a:pPr>
            <a:r>
              <a:t>    while pq:</a:t>
            </a:r>
          </a:p>
          <a:p>
            <a:pPr>
              <a:defRPr sz="1800"/>
            </a:pPr>
            <a:r>
              <a:t>        current_dist, current_node = heapq.heappop(pq)</a:t>
            </a:r>
          </a:p>
          <a:p>
            <a:pPr>
              <a:defRPr sz="1800"/>
            </a:pPr>
            <a:r>
              <a:t>        if current_dist &gt; distances[current_node]: continue</a:t>
            </a:r>
          </a:p>
          <a:p>
            <a:pPr>
              <a:defRPr sz="1800"/>
            </a:pPr>
            <a:r>
              <a:t>        for neighbor, weight in graph[current_node].items():</a:t>
            </a:r>
          </a:p>
          <a:p>
            <a:pPr>
              <a:defRPr sz="1800"/>
            </a:pPr>
            <a:r>
              <a:t>            if current_dist + weight &lt; distances[neighbor]:</a:t>
            </a:r>
          </a:p>
          <a:p>
            <a:pPr>
              <a:defRPr sz="1800"/>
            </a:pPr>
            <a:r>
              <a:t>                distances[neighbor] = current_dist + weight</a:t>
            </a:r>
          </a:p>
          <a:p>
            <a:pPr>
              <a:defRPr sz="1800"/>
            </a:pPr>
            <a:r>
              <a:t>                heapq.heappush(pq, (distances[neighbor], neighbor))</a:t>
            </a:r>
          </a:p>
          <a:p>
            <a:pPr>
              <a:defRPr sz="1800"/>
            </a:pPr>
            <a:r>
              <a:t>    return distances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Практичні завдання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🗺️ Задача 1: Автомобільний маршрут</a:t>
            </a:r>
          </a:p>
          <a:p>
            <a:pPr>
              <a:defRPr sz="1800"/>
            </a:pPr>
            <a:r>
              <a:t>Знайдіть найкоротший час їзди від Києва до Хмельницького:</a:t>
            </a:r>
          </a:p>
          <a:p>
            <a:pPr>
              <a:defRPr sz="1800"/>
            </a:pPr>
            <a:r>
              <a:t>• Київ -&gt; Житомир (2 год), Київ -&gt; Черкаси (3 год)</a:t>
            </a:r>
          </a:p>
          <a:p>
            <a:pPr>
              <a:defRPr sz="1800"/>
            </a:pPr>
            <a:r>
              <a:t>• Житомир -&gt; Вінниця (2 год), Житомир -&gt; Хмельницький (4 год)</a:t>
            </a:r>
          </a:p>
          <a:p>
            <a:pPr>
              <a:defRPr sz="1800"/>
            </a:pPr>
            <a:r>
              <a:t>• Вінниця -&gt; Хмельницький (1 год)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🎮 Задача 2: RPG Квест</a:t>
            </a:r>
          </a:p>
          <a:p>
            <a:pPr>
              <a:defRPr sz="1800"/>
            </a:pPr>
            <a:r>
              <a:t>Знайдіть шлях від 'Старт' до 'Бос' з найменшою витратою мани.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386</Words>
  <Application>Microsoft Office PowerPoint</Application>
  <PresentationFormat>Екран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Алгоритм Дейкстри у Python</vt:lpstr>
      <vt:lpstr>1. Що таке граф та зважені ребра?</vt:lpstr>
      <vt:lpstr>2. Як працює Алгоритм Дейкстри?</vt:lpstr>
      <vt:lpstr>3. Навчальне відео</vt:lpstr>
      <vt:lpstr>4. Реалізація на Python (Модуль heapq)</vt:lpstr>
      <vt:lpstr>5. Практичні завдання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2026-10-02T08:11:48Z</dcterms:modified>
  <cp:category/>
</cp:coreProperties>
</file>